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DIGIT MEMORY  /  v2  /  RETRIEVAL AS A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131312"/>
                </a:solidFill>
                <a:latin typeface="Helvetica"/>
              </a:rPr>
              <a:t>Digit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3A3A37"/>
                </a:solidFill>
                <a:latin typeface="Georgia"/>
              </a:rPr>
              <a:t>A study in retrieval as classification.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301752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329184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B8331F"/>
                </a:solidFill>
                <a:latin typeface="Helvetica"/>
              </a:rPr>
              <a:t>98.4%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1312"/>
                </a:solidFill>
                <a:latin typeface="Menlo"/>
              </a:rPr>
              <a:t>HELD-OUT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3A37"/>
                </a:solidFill>
                <a:latin typeface="Menlo"/>
              </a:rPr>
              <a:t>1-NN on a stratified 75/25 split of the sklearn digits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85"/>
                </a:solidFill>
                <a:latin typeface="Menlo"/>
              </a:rPr>
              <a:t>Nimit Jain  /  github.com/nimb-ou/ML_projects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01  ·  THE QUESTION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80160"/>
            <a:ext cx="111858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31312"/>
                </a:solidFill>
                <a:latin typeface="Helvetica"/>
              </a:rPr>
              <a:t>The fastest model is the one
you don't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11858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3A3A37"/>
                </a:solidFill>
                <a:latin typeface="Georgia"/>
              </a:rPr>
              <a:t>Most ML projects start with what model to use.
This one started with a different question:
what if you just stored the data, organized it well,
and looked things up?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02  · 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31312"/>
                </a:solidFill>
                <a:latin typeface="Helvetica"/>
              </a:rPr>
              <a:t>Two-tier lookup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0332720" cy="6457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3A3A37"/>
                </a:solidFill>
                <a:latin typeface="Georgia"/>
              </a:rPr>
              <a:t>Hash first. Tree on miss. Return whichever answer arrives.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03  ·  NUMBERS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1887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331F"/>
                </a:solidFill>
                <a:latin typeface="Menlo"/>
              </a:rPr>
              <a:t>HELD-OUT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7286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B8331F"/>
                </a:solidFill>
                <a:latin typeface="Helvetica"/>
              </a:rPr>
              <a:t>98.4%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3776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3A37"/>
                </a:solidFill>
                <a:latin typeface="Menlo"/>
              </a:rPr>
              <a:t>stratified 75/25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38" y="11887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1312"/>
                </a:solidFill>
                <a:latin typeface="Menlo"/>
              </a:rPr>
              <a:t>EXACT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1737360"/>
            <a:ext cx="37286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131312"/>
                </a:solidFill>
                <a:latin typeface="Helvetica"/>
              </a:rPr>
              <a:t>3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1538" y="493776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3A37"/>
                </a:solidFill>
                <a:latin typeface="Menlo"/>
              </a:rPr>
              <a:t>Python dict, O(1)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0156" y="11887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1312"/>
                </a:solidFill>
                <a:latin typeface="Menlo"/>
              </a:rPr>
              <a:t>NEAREST NEIGHBOR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0156" y="1737360"/>
            <a:ext cx="3728618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131312"/>
                </a:solidFill>
                <a:latin typeface="Helvetica"/>
              </a:rPr>
              <a:t>50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0156" y="493776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3A37"/>
                </a:solidFill>
                <a:latin typeface="Menlo"/>
              </a:rPr>
              <a:t>BallTree, k=1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585216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3A3A37"/>
                </a:solidFill>
                <a:latin typeface="Georgia"/>
              </a:rPr>
              <a:t>No training. No gradients. No epochs.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04  ·  IMPLEMENTATIONS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31312"/>
                </a:solidFill>
                <a:latin typeface="Helvetica"/>
              </a:rPr>
              <a:t>Three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3A3A37"/>
                </a:solidFill>
                <a:latin typeface="Georgia"/>
              </a:rPr>
              <a:t>Writing the same system three times is the closest I have found to actually understanding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A85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1312"/>
                </a:solidFill>
                <a:latin typeface="Helvetica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3975" y="29900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B8331F"/>
                </a:solidFill>
                <a:latin typeface="Menlo"/>
              </a:rPr>
              <a:t>digits_memory.py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Production-style. SQLite persistence. sklearn KDTree.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88620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023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A85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1312"/>
                </a:solidFill>
                <a:latin typeface="Helvetica"/>
              </a:rPr>
              <a:t>JUPYTER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3975" y="40873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B8331F"/>
                </a:solidFill>
                <a:latin typeface="Menlo"/>
              </a:rPr>
              <a:t>digits_study_guide.ipynb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526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43 cells. Pandas DataFrames. Three NN backends benchmarked.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98348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120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A85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1312"/>
                </a:solidFill>
                <a:latin typeface="Helvetic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3975" y="51846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B8331F"/>
                </a:solidFill>
                <a:latin typeface="Menlo"/>
              </a:rPr>
              <a:t>digits_memory.c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Zero dependencies. FNV-1a open-addressed hash. Brute-force NN.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08076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05  ·  ROBUSTNESS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31312"/>
                </a:solidFill>
                <a:latin typeface="Helvetica"/>
              </a:rPr>
              <a:t>How robust?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3A3A37"/>
                </a:solidFill>
                <a:latin typeface="Georgia"/>
              </a:rPr>
              <a:t>Accuracy on the held-out test set with injected Gaussian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8A85"/>
                </a:solidFill>
                <a:latin typeface="Menlo"/>
              </a:rPr>
              <a:t>sigma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372861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131312"/>
                </a:solidFill>
                <a:latin typeface="Helvetica"/>
              </a:rPr>
              <a:t>98.4%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30175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8A85"/>
                </a:solidFill>
                <a:latin typeface="Menlo"/>
              </a:rPr>
              <a:t>sigma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1538" y="3383280"/>
            <a:ext cx="372861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131312"/>
                </a:solidFill>
                <a:latin typeface="Helvetica"/>
              </a:rPr>
              <a:t>93.8%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0156" y="3017520"/>
            <a:ext cx="3728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A8A85"/>
                </a:solidFill>
                <a:latin typeface="Menlo"/>
              </a:rPr>
              <a:t>sigma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0156" y="3383280"/>
            <a:ext cx="372861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131312"/>
                </a:solidFill>
                <a:latin typeface="Helvetica"/>
              </a:rPr>
              <a:t>67.1%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585216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3A3A37"/>
                </a:solidFill>
                <a:latin typeface="Georgia"/>
              </a:rPr>
              <a:t>Smooth degradation. No cliff. No catastrophic forgetting.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06  · 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31312"/>
                </a:solidFill>
                <a:latin typeface="Helvetica"/>
              </a:rP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331F"/>
                </a:solidFill>
                <a:latin typeface="Menl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7452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1312"/>
                </a:solidFill>
                <a:latin typeface="Helvetica"/>
              </a:rPr>
              <a:t>Retrieval is an underused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On small-to-medium data, just remembering the answer often works.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83464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331F"/>
                </a:solidFill>
                <a:latin typeface="Menl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1312"/>
                </a:solidFill>
                <a:latin typeface="Helvetica"/>
              </a:rPr>
              <a:t>Match the structure to the query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Exact lookups -&gt; hash. Approximate -&gt; tree. Production wants both.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88620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023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331F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764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1312"/>
                </a:solidFill>
                <a:latin typeface="Helvetica"/>
              </a:rPr>
              <a:t>Always benchmark before you assume.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912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At 1797 x 64, vectorized brute force beat KDTree and BallTree.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937760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074919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331F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29199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1312"/>
                </a:solidFill>
                <a:latin typeface="Helvetica"/>
              </a:rPr>
              <a:t>Writing it three times compounds understanding.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40679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7"/>
                </a:solidFill>
                <a:latin typeface="Helvetica"/>
              </a:rPr>
              <a:t>Python lets you build it. C makes you understand 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989319"/>
            <a:ext cx="11185855" cy="0"/>
          </a:xfrm>
          <a:prstGeom prst="line">
            <a:avLst/>
          </a:prstGeom>
          <a:ln w="2857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8A85"/>
                </a:solidFill>
                <a:latin typeface="Menlo"/>
              </a:rPr>
              <a:t>§ 07  ·  END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77724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463040"/>
            <a:ext cx="111858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131312"/>
                </a:solidFill>
                <a:latin typeface="Helvetica"/>
              </a:rPr>
              <a:t>Try it.
Then try beating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4937760"/>
            <a:ext cx="11185855" cy="0"/>
          </a:xfrm>
          <a:prstGeom prst="line">
            <a:avLst/>
          </a:prstGeom>
          <a:ln w="4762">
            <a:solidFill>
              <a:srgbClr val="131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51206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8331F"/>
                </a:solidFill>
                <a:latin typeface="Menlo"/>
              </a:rPr>
              <a:t>github.com/nimb-ou/ML_projects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7"/>
                </a:solidFill>
                <a:latin typeface="Menlo"/>
              </a:rPr>
              <a:t>MIT  ·  Code, blog, notebooks, slides — all in the repo.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8A85"/>
                </a:solidFill>
                <a:latin typeface="Georgia"/>
              </a:rPr>
              <a:t>Nimit Jain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